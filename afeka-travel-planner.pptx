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9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el-Varshavsky/WebDevFina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 טיולים אפקה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Afeka Travel Planner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Internet Technologies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7772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40233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79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Daniel Varshavsky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606040"/>
            <a:ext cx="40233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2679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Yuval Gefen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0233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685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https://github.com/Daniel-Varshavsky/WebDevFinal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3611880"/>
            <a:ext cx="40233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685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— see README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📏  Route Distance Constraints Not Fully Guaranteed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(Groq llama-3.3-70b) estimates waypoint coordinates without perfect spatial awareness. Real road distances calculated by OSRM can deviate from the 30–70 km (bike) or 5–10 km (hike) targets by ~3–10 km. Mitigations applied: tightened prompt target ranges, waypoint sanitization, and on-screen warnings when constraints are exceeded.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60604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606040"/>
            <a:ext cx="64008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No Cloud Deployment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cannot host a persistent Express server (serverless-only platform). The project runs fully on localhost.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794760"/>
            <a:ext cx="64008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No Other Known Bugs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route generation, map rendering, weather forecast, photo display, and route history all function as expected.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828800" cy="3474720"/>
          </a:xfrm>
          <a:prstGeom prst="rect">
            <a:avLst/>
          </a:prstGeom>
          <a:solidFill>
            <a:srgbClr val="E8F4E8"/>
          </a:solidFill>
          <a:ln w="12700">
            <a:solidFill>
              <a:srgbClr val="97BC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Browser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155448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155448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155448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155448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1554480" cy="3840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188720"/>
            <a:ext cx="2286000" cy="3474720"/>
          </a:xfrm>
          <a:prstGeom prst="rect">
            <a:avLst/>
          </a:prstGeom>
          <a:solidFill>
            <a:srgbClr val="E8F4E8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Next.js Server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1691640"/>
            <a:ext cx="201168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proxy.ts (JWT guard)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194560"/>
            <a:ext cx="201168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194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697480"/>
            <a:ext cx="201168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01168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703320"/>
            <a:ext cx="201168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703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(routes)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1188720"/>
            <a:ext cx="2286000" cy="3474720"/>
          </a:xfrm>
          <a:prstGeom prst="rect">
            <a:avLst/>
          </a:prstGeom>
          <a:solidFill>
            <a:srgbClr val="E8F4E8"/>
          </a:solidFill>
          <a:ln w="12700">
            <a:solidFill>
              <a:srgbClr val="1A3A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Express Server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20840" y="1691640"/>
            <a:ext cx="2011680" cy="384048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2194560"/>
            <a:ext cx="2011680" cy="384048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194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2697480"/>
            <a:ext cx="2011680" cy="384048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2697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/auth/refresh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3200400"/>
            <a:ext cx="2011680" cy="384048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20840" y="3703320"/>
            <a:ext cx="2011680" cy="384048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3703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(presenterNames)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03120" y="2743200"/>
            <a:ext cx="1097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0" y="2743200"/>
            <a:ext cx="1097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APIs: Groq LLM  •  OSRM routing  •  Open-Meteo weather  •  Pixabay photos  •  Nominatim geocoding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proxy.ts — JWT Route Protection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03520" cy="3749040"/>
          </a:xfrm>
          <a:prstGeom prst="rect">
            <a:avLst/>
          </a:prstGeom>
          <a:solidFill>
            <a:srgbClr val="1E2D1F"/>
          </a:solidFill>
          <a:ln w="12700">
            <a:solidFill>
              <a:srgbClr val="1E2D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proxy.ts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</a:t>
            </a:r>
            <a:r>
              <a:rPr lang="en-US" sz="10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(req: NextRequest)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req.cookies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"access_token"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)?.value;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</a:t>
            </a:r>
            <a:r>
              <a:rPr lang="en-US" sz="10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payload } = await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jwtVerify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(token, secret);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userId = payload.userId;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Silent refresh if expiring soon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(secondsLeft &lt; </a:t>
            </a:r>
            <a:r>
              <a:rPr lang="en-US" sz="10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* 60 * 2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fetch(authUrl + 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"/auth/refresh"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NextResponse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.next(...);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06440" y="1188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06440" y="1188720"/>
            <a:ext cx="64008" cy="960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Cookie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89320" y="1536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'access_token' — the cookie set by the Express server after login or register.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2331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33172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Verification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679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jose.jwtVerify() — compatible with Edge Runtime (unlike jsonwebtoken).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3474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3474720"/>
            <a:ext cx="64008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Refresh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token expires in &lt; 2 hours, Next.js calls Express /auth/refresh to extend the session.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history/page.tsx — Server Component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03520" cy="3749040"/>
          </a:xfrm>
          <a:prstGeom prst="rect">
            <a:avLst/>
          </a:prstGeom>
          <a:solidFill>
            <a:srgbClr val="1E2D1F"/>
          </a:solidFill>
          <a:ln w="12700">
            <a:solidFill>
              <a:srgbClr val="1E2D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'use client' — this is a Server Component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async function </a:t>
            </a:r>
            <a:r>
              <a:rPr lang="en-US" sz="10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HistoryPage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cookie directly on the server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getUserFromCookies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Direct DB query — no fetch() needed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plans = await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getRoutePlansByUser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user.id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History</a:t>
            </a:r>
            <a:r>
              <a:rPr lang="en-US" sz="10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Interactive parts go in a Client Component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HistoryClient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plans</a:t>
            </a:r>
            <a:r>
              <a:rPr lang="en-US" sz="10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={plans} 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06440" y="1188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06440" y="1188720"/>
            <a:ext cx="64008" cy="960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'use client'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89320" y="1536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run only on the server. No JavaScript is sent to the browser for this component.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2331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331720"/>
            <a:ext cx="64008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DB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679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getRoutePlansByUser() queries PostgreSQL directly — no intermediate fetch('/api/...') call needed.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3474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347472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Component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interactive parts (map, dropdowns) are extracted into HistoryClient.tsx with 'use client'.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plan/actions.ts — Server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303520" cy="3749040"/>
          </a:xfrm>
          <a:prstGeom prst="rect">
            <a:avLst/>
          </a:prstGeom>
          <a:solidFill>
            <a:srgbClr val="1E2D1F"/>
          </a:solidFill>
          <a:ln w="12700">
            <a:solidFill>
              <a:srgbClr val="1E2D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server";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</a:t>
            </a:r>
            <a:r>
              <a:rPr lang="en-US" sz="105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saveRouteAction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(input)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Server Actions read cookies directly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document.cookie needed!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getUserFromCookies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planId = await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saveRoutePlan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userId: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user.id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...input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Tell Next.js to refresh history page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revalidatePath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"/history"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planId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06440" y="1188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06440" y="1188720"/>
            <a:ext cx="64008" cy="9601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"use server"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89320" y="1536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this file as a Server Action. The function runs on the server — code never reaches the browser.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2331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331720"/>
            <a:ext cx="64008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Cookie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679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getUserFromCookies() uses next/headers to read the JWT directly — the client never touches the cookie.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3474720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3474720"/>
            <a:ext cx="6400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revalidatePath()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Next.js to invalidate the /history page cache so the new route appears immediately without a manual refresh.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1B"/>
          </a:solidFill>
          <a:ln w="12700">
            <a:solidFill>
              <a:srgbClr val="1A3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Generation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600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city/country is resolved to lat/lon coordinates.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880360"/>
            <a:ext cx="11887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14300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143000"/>
            <a:ext cx="16002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93392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Waypoints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93392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251460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real place names with coordinates along the route.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93592" y="2880360"/>
            <a:ext cx="11887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14300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143000"/>
            <a:ext cx="1600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12464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12464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filter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03904" y="251460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 too far from start are removed to prevent runaway distances.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12664" y="2880360"/>
            <a:ext cx="11887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114300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1143000"/>
            <a:ext cx="16002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31536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4️⃣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31536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 Route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31536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22976" y="251460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path is calculated through the waypoints. Distance computed.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31736" y="2880360"/>
            <a:ext cx="118872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1143000"/>
            <a:ext cx="1600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143000"/>
            <a:ext cx="1600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280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5️⃣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50608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50608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Photo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42048" y="251460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3-day forecast and Pixabay destination photo are added.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constraints enforced via prompt tuning + waypoint sanitization + on-screen warnings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816</Words>
  <Application>Microsoft Office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Afeka Travel Planner 2026</dc:title>
  <dc:subject>PptxGenJS Presentation</dc:subject>
  <dc:creator>PptxGenJS</dc:creator>
  <cp:lastModifiedBy>Stas Varshavsky</cp:lastModifiedBy>
  <cp:revision>3</cp:revision>
  <dcterms:created xsi:type="dcterms:W3CDTF">2026-03-08T17:59:41Z</dcterms:created>
  <dcterms:modified xsi:type="dcterms:W3CDTF">2026-03-10T10:25:37Z</dcterms:modified>
</cp:coreProperties>
</file>